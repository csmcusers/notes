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cef2f47ac_3_5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cef2f47ac_3_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cef2f47ac_3_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cef2f47ac_3_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cef2f47ac_3_7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cef2f47ac_3_7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cef2f47ac_3_7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cef2f47ac_3_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cef2f47ac_3_7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bcef2f47ac_3_7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cef2f47ac_3_7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bcef2f47ac_3_7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cf0b4571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bcf0b4571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cf0b4571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bcf0b4571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bcf0b4571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bcf0b4571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cf0b4571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bcf0b4571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loud.google.com/privacy?authuser=1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235875" y="1578400"/>
            <a:ext cx="53187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Ｇemini Code Assist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POC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應用範圍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zh-TW" sz="2000"/>
              <a:t>程式開發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zh-TW" sz="2000"/>
              <a:t>程式分析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zh-TW" sz="2000"/>
              <a:t>分析Log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zh-TW" sz="2000"/>
              <a:t>建立單元測試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成果展示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zh-TW" sz="2000"/>
              <a:t>Ｃ# 程式開發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 sz="2000"/>
              <a:t>COBOL 程式碼分析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 sz="2000"/>
              <a:t>RPG 程式開發和程式碼分析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C#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COBOL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RPG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/>
              <a:t>提示詞：請寫一個AS400 RPG程式及輸出入畫面(DSPF)，可從畫面輸入16位KEY值(從0~9, A~F)，以此KEY對此輸入之16位值進行3DES之ECB押碼，並將押碼結果顯示於畫面．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價格方案</a:t>
            </a:r>
            <a:endParaRPr/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使用額度</a:t>
            </a:r>
            <a:endParaRPr/>
          </a:p>
        </p:txBody>
      </p:sp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/>
              <a:t>每人每日固定額度隔日刷新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000"/>
              <a:t>人與人之間互不影響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安全性</a:t>
            </a:r>
            <a:endParaRPr/>
          </a:p>
        </p:txBody>
      </p:sp>
      <p:sp>
        <p:nvSpPr>
          <p:cNvPr id="183" name="Google Shape;183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000">
                <a:latin typeface="Arial"/>
                <a:ea typeface="Arial"/>
                <a:cs typeface="Arial"/>
                <a:sym typeface="Arial"/>
              </a:rPr>
              <a:t>資料歸屬：</a:t>
            </a:r>
            <a:r>
              <a:rPr lang="zh-TW" sz="2000">
                <a:latin typeface="Arial"/>
                <a:ea typeface="Arial"/>
                <a:cs typeface="Arial"/>
                <a:sym typeface="Arial"/>
              </a:rPr>
              <a:t> 您輸入的資料與生成的結果皆屬於貴公司資產。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2000">
                <a:latin typeface="Arial"/>
                <a:ea typeface="Arial"/>
                <a:cs typeface="Arial"/>
                <a:sym typeface="Arial"/>
              </a:rPr>
              <a:t>模型訓練：</a:t>
            </a:r>
            <a:r>
              <a:rPr lang="zh-TW" sz="2000">
                <a:latin typeface="Arial"/>
                <a:ea typeface="Arial"/>
                <a:cs typeface="Arial"/>
                <a:sym typeface="Arial"/>
              </a:rPr>
              <a:t> Google </a:t>
            </a:r>
            <a:r>
              <a:rPr b="1" lang="zh-TW" sz="2000">
                <a:latin typeface="Arial"/>
                <a:ea typeface="Arial"/>
                <a:cs typeface="Arial"/>
                <a:sym typeface="Arial"/>
              </a:rPr>
              <a:t>禁止</a:t>
            </a:r>
            <a:r>
              <a:rPr lang="zh-TW" sz="2000">
                <a:latin typeface="Arial"/>
                <a:ea typeface="Arial"/>
                <a:cs typeface="Arial"/>
                <a:sym typeface="Arial"/>
              </a:rPr>
              <a:t>將您的企業資料用於改進其全球通用模型。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2000">
                <a:latin typeface="Arial"/>
                <a:ea typeface="Arial"/>
                <a:cs typeface="Arial"/>
                <a:sym typeface="Arial"/>
              </a:rPr>
              <a:t>合規證明：</a:t>
            </a:r>
            <a:r>
              <a:rPr lang="zh-TW" sz="2000">
                <a:latin typeface="Arial"/>
                <a:ea typeface="Arial"/>
                <a:cs typeface="Arial"/>
                <a:sym typeface="Arial"/>
              </a:rPr>
              <a:t> 這些保障皆已納入 ISO 27001 和 SOC 1/2/3 等國際資安認證範圍。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20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https://cloud.google.com/privacy?authuser=1</a:t>
            </a: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